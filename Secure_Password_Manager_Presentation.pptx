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914400"/>
            <a:ext cx="1097280" cy="1097280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43400" y="1417320"/>
            <a:ext cx="457200" cy="411480"/>
          </a:xfrm>
          <a:prstGeom prst="roundRect">
            <a:avLst>
              <a:gd name="adj" fmla="val 11111"/>
            </a:avLst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07408" y="1143000"/>
            <a:ext cx="329184" cy="365760"/>
          </a:xfrm>
          <a:prstGeom prst="ellipse">
            <a:avLst/>
          </a:prstGeom>
          <a:solidFill>
            <a:srgbClr val="00D4B4"/>
          </a:solidFill>
          <a:ln w="50800">
            <a:solidFill>
              <a:srgbClr val="0A19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98848" y="1234440"/>
            <a:ext cx="146304" cy="201168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Manager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 vault with AI-powered strength detection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Lojain   •   Selim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Project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4572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password security matters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517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73152" cy="2377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breaches involve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or stolen passwords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6517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920240"/>
            <a:ext cx="73152" cy="2377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103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47472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accounts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internet user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920240"/>
            <a:ext cx="26517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920240"/>
            <a:ext cx="73152" cy="237744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03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3093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reuse the same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across sites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a secure way to store, generate, and manage passwords without trusting cloud servers.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4572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password manager with zero-knowledge encryption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9377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military-grade encryption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master password protection (200,000 iterations)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random password generator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breach detection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strength analysis (bonus)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Auto-clearing clipboard for safety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— no cloud, no servers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828800"/>
            <a:ext cx="3017520" cy="29260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52160" y="3200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we cannot see your passwords. Only your master password can unlock them — and we never store it.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4572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 tools chosen for security and reliability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423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057400"/>
            <a:ext cx="457200" cy="45720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69080" y="2423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GUI framework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PyCryptodome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2423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429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840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encrypted storage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324612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3474720"/>
            <a:ext cx="457200" cy="457200"/>
          </a:xfrm>
          <a:prstGeom prst="ellipse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3429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69080" y="3840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strength model (bonus)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246120"/>
            <a:ext cx="26517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474720"/>
            <a:ext cx="457200" cy="457200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3429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3720" y="38404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collaboration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4572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 input flows through encryption to local storage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737360" cy="146304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password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entries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292608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51760" y="2194560"/>
            <a:ext cx="1737360" cy="146304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834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 rounds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derivation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92608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46320" y="2194560"/>
            <a:ext cx="1737360" cy="146304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every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9400" y="292608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40880" y="2194560"/>
            <a:ext cx="1737360" cy="146304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Vault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834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local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0FDF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password is never stored — only used to derive the key. If forgotten, vault is permanently locked.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4572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Implementation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secure every password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572000" cy="29260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encrypt_password(plaintext, key):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cipher = AES.new(key, AES.MODE_GCM)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ct, tag = cipher.encrypt_and_digest(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plaintext.encode())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'nonce': cipher.nonce.hex(),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'tag': tag.hex(),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'ciphertext': ct.hex()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secure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2331720"/>
            <a:ext cx="182880" cy="182880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governments and banks worldwide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2926080"/>
            <a:ext cx="182880" cy="182880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data — detects tampering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3520440"/>
            <a:ext cx="182880" cy="182880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nonce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ciphertext every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4114800"/>
            <a:ext cx="182880" cy="182880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4251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 brute force attacks 200,000×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4572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02920"/>
            <a:ext cx="914400" cy="32004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Strength Detection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replacing simple rule-based scoring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023360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Old: Rule-based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characters only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fixed rules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'Password1!' strong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detect patterns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265176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Machine Learning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606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 extracted per password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65 labeled examples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real-world patterns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4572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800" kern="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it in action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6400800" cy="1371600"/>
          </a:xfrm>
          <a:prstGeom prst="rect">
            <a:avLst/>
          </a:prstGeom>
          <a:solidFill>
            <a:srgbClr val="13294B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333756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 master password &amp; unlock vault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Generate a strong password automatically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Watch the ML strength bar update live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Try a breached password — see the warning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Copy a password &amp; see auto-clear in 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4572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Worked Together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split between teammates with parallel commits on GitHub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023360" cy="54864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Security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 module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key derivation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vault database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generator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detection system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strength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40233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4023360" cy="548640"/>
          </a:xfrm>
          <a:prstGeom prst="rect">
            <a:avLst/>
          </a:prstGeom>
          <a:solidFill>
            <a:srgbClr val="00A88E"/>
          </a:solidFill>
          <a:ln w="12700">
            <a:solidFill>
              <a:srgbClr val="00A8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login screen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vault window UI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indicator bar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Clipboard auto-clear feature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data expansion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documentation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4572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struggled with and how we solved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86868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the master password securely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PBKDF2 with 200,000 iterations to derive a key — original password never saved on disk.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82296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88920"/>
            <a:ext cx="73152" cy="86868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2880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verify a master password without storing 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encrypt a known test string at setup. On login, we try to decrypt it — if it works, password is correct.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49040"/>
            <a:ext cx="73152" cy="86868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3840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strength check was too simple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it with a Random Forest ML model trained on 65 real password examples.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4572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extend the project beyond this scope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331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TOTP support for an extra layer beyond the master password.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40233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66928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cloud sync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2331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 backup so users can restore their vault on a new device.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40233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37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46304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passwords directly into login forms in Chrome and Firefox.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246120"/>
            <a:ext cx="40233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337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66928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ML training set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 on 10,000+ leaked passwords for more accurate predictions.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65760" cy="4572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0" y="3749040"/>
            <a:ext cx="5486400" cy="822960"/>
          </a:xfrm>
          <a:prstGeom prst="rect">
            <a:avLst/>
          </a:prstGeom>
          <a:solidFill>
            <a:srgbClr val="13294B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840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project on GitHub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github.com/ELSAADANY-76/secure-password-manager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Password Manager</dc:title>
  <dc:subject>PptxGenJS Presentation</dc:subject>
  <dc:creator>Lojain &amp; Selim</dc:creator>
  <cp:lastModifiedBy>Lojain &amp; Selim</cp:lastModifiedBy>
  <cp:revision>1</cp:revision>
  <dcterms:created xsi:type="dcterms:W3CDTF">2026-05-06T18:29:30Z</dcterms:created>
  <dcterms:modified xsi:type="dcterms:W3CDTF">2026-05-06T18:29:30Z</dcterms:modified>
</cp:coreProperties>
</file>